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16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Figure 1.</a:t>
            </a:r>
          </a:p>
        </p:txBody>
      </p:sp>
      <p:pic>
        <p:nvPicPr>
          <p:cNvPr id="3" name="Picture 2" descr="Figur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451" y="3003708"/>
            <a:ext cx="3633216" cy="1624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16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Figure 2.</a:t>
            </a:r>
          </a:p>
        </p:txBody>
      </p:sp>
      <p:pic>
        <p:nvPicPr>
          <p:cNvPr id="3" name="Picture 2" descr="Figure2A-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59" y="2824000"/>
            <a:ext cx="5760000" cy="198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16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Figure 3.</a:t>
            </a:r>
          </a:p>
        </p:txBody>
      </p:sp>
      <p:pic>
        <p:nvPicPr>
          <p:cNvPr id="3" name="Picture 2" descr="Figur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79" y="1895760"/>
            <a:ext cx="4023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16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Figure 4.</a:t>
            </a:r>
          </a:p>
        </p:txBody>
      </p:sp>
      <p:pic>
        <p:nvPicPr>
          <p:cNvPr id="3" name="Picture 2" descr="Figur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59" y="1754417"/>
            <a:ext cx="5760000" cy="41231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16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Figure 5.</a:t>
            </a:r>
          </a:p>
        </p:txBody>
      </p:sp>
      <p:pic>
        <p:nvPicPr>
          <p:cNvPr id="3" name="Picture 2" descr="Figur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59" y="1754417"/>
            <a:ext cx="5760000" cy="4123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